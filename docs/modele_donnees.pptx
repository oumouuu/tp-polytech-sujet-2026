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1F1F"/>
                </a:solidFill>
                <a:latin typeface="Calibri"/>
              </a:rPr>
              <a:t>Modèle de données gold – schéma en étoile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617720" y="2697480"/>
            <a:ext cx="2926080" cy="329184"/>
          </a:xfrm>
          <a:prstGeom prst="rect">
            <a:avLst/>
          </a:prstGeom>
          <a:solidFill>
            <a:srgbClr val="C55A11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fact_booking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617720" y="3026664"/>
            <a:ext cx="2926080" cy="2121408"/>
          </a:xfrm>
          <a:prstGeom prst="rect">
            <a:avLst/>
          </a:prstGeom>
          <a:solidFill>
            <a:srgbClr val="FBE5D6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lIns="76200"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booking_id  (PK)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booking_date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passenger_id  (FK)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flight_id  (FK)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airport_id  (FK)  = aéroport de départ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currency  (FK)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seat_class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booking_channel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amount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amount_eur *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insert / update_timestamp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685800"/>
            <a:ext cx="2743200" cy="329184"/>
          </a:xfrm>
          <a:prstGeom prst="rect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dim_airport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1014983"/>
            <a:ext cx="2743200" cy="1207008"/>
          </a:xfrm>
          <a:prstGeom prst="rect">
            <a:avLst/>
          </a:prstGeom>
          <a:solidFill>
            <a:srgbClr val="DAE3F3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lIns="76200"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airport_id  (PK)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iata_code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airport_name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city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country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is_active, deleted_date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017520" cy="329184"/>
          </a:xfrm>
          <a:prstGeom prst="rect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dim_flight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46504"/>
            <a:ext cx="3017520" cy="2487168"/>
          </a:xfrm>
          <a:prstGeom prst="rect">
            <a:avLst/>
          </a:prstGeom>
          <a:solidFill>
            <a:srgbClr val="DAE3F3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lIns="76200"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flight_id  (PK)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flight_number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airline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origin_airport_id  (FK)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destination_airport_id  (FK)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flight_date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departure_time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arrival_time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aircraft_type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flight_duration_min *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is_overnight *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is_active, deleted_date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insert / update_timestamp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1417320"/>
            <a:ext cx="3017520" cy="329184"/>
          </a:xfrm>
          <a:prstGeom prst="rect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dim_passenger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1746504"/>
            <a:ext cx="3017520" cy="2487168"/>
          </a:xfrm>
          <a:prstGeom prst="rect">
            <a:avLst/>
          </a:prstGeom>
          <a:solidFill>
            <a:srgbClr val="DAE3F3"/>
          </a:solidFill>
          <a:ln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lIns="76200"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passenger_id  (PK)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first_name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last_name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gender  (Male / Female)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nationality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email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birth_date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signup_date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source_system  (EN / FR)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age *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age_bracket *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is_active, deleted_date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insert / update_timestamp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5257800"/>
            <a:ext cx="3017520" cy="329184"/>
          </a:xfrm>
          <a:prstGeom prst="rect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dim_currency  (fournie)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41080" y="5586984"/>
            <a:ext cx="3017520" cy="475488"/>
          </a:xfrm>
          <a:prstGeom prst="rect">
            <a:avLst/>
          </a:prstGeom>
          <a:solidFill>
            <a:srgbClr val="EDEDED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lIns="76200"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currency  (PK)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rate_to_eur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074920"/>
            <a:ext cx="3017520" cy="329184"/>
          </a:xfrm>
          <a:prstGeom prst="rect">
            <a:avLst/>
          </a:prstGeom>
          <a:solidFill>
            <a:srgbClr val="38761D"/>
          </a:solidFill>
          <a:ln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wrap="square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agg_revenue_daily_airline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404104"/>
            <a:ext cx="3017520" cy="1024128"/>
          </a:xfrm>
          <a:prstGeom prst="rect">
            <a:avLst/>
          </a:prstGeom>
          <a:solidFill>
            <a:srgbClr val="E2F0D9"/>
          </a:solidFill>
          <a:ln>
            <a:solidFill>
              <a:srgbClr val="387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lIns="76200" wrap="square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booking_date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airline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nb_bookings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revenue_eur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libri"/>
              </a:rPr>
              <a:t>avg_amount_eur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221992"/>
            <a:ext cx="0" cy="475488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44768" y="2313432"/>
            <a:ext cx="914400" cy="2743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airport_id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3474720"/>
            <a:ext cx="105156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03320" y="3218688"/>
            <a:ext cx="822960" cy="2743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flight_id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543800" y="3474720"/>
            <a:ext cx="10972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35240" y="3218688"/>
            <a:ext cx="960120" cy="2743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passenger_id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7543800" y="4873752"/>
            <a:ext cx="1097280" cy="749808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18120" y="5440680"/>
            <a:ext cx="777240" cy="2743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currency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566160" y="1508760"/>
            <a:ext cx="1143000" cy="4572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0" y="960120"/>
            <a:ext cx="1051560" cy="2743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origin 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1143000"/>
            <a:ext cx="1051560" cy="2743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destination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566160" y="4873752"/>
            <a:ext cx="1051560" cy="658368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57600" y="4846320"/>
            <a:ext cx="914400" cy="27432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95959"/>
                </a:solidFill>
                <a:latin typeface="Calibri"/>
              </a:rPr>
              <a:t>GROUP 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6126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PK = clé primaire, FK = clé étrangère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* = colonne calculée dans le gold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Une réservation = une ligne de fact_booking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